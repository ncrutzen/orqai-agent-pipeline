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2558107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r-week-19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55810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