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2516812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r-agent-workforce-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51681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